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openmas-gapp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毛悦琮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0902-0906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完成</a:t>
            </a:r>
            <a:r>
              <a:rPr lang="en-US" altLang="zh-CN"/>
              <a:t>Q9-Q12</a:t>
            </a:r>
            <a:r>
              <a:rPr lang="zh-CN" altLang="en-US"/>
              <a:t>的任务</a:t>
            </a:r>
            <a:r>
              <a:rPr lang="en-US" altLang="zh-CN"/>
              <a:t>harness</a:t>
            </a:r>
            <a:r>
              <a:rPr lang="zh-CN" altLang="en-US"/>
              <a:t>构建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API</a:t>
            </a:r>
            <a:r>
              <a:rPr lang="zh-CN" altLang="en-US"/>
              <a:t>来自</a:t>
            </a:r>
            <a:r>
              <a:rPr lang="en-US" altLang="zh-CN"/>
              <a:t>deepseek-v4-pro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74930"/>
            <a:ext cx="10515600" cy="1325563"/>
          </a:xfrm>
        </p:spPr>
        <p:txBody>
          <a:bodyPr/>
          <a:p>
            <a:r>
              <a:rPr lang="en-US" altLang="zh-CN"/>
              <a:t>Q9_medical</a:t>
            </a:r>
            <a:endParaRPr lang="en-US" altLang="zh-CN"/>
          </a:p>
        </p:txBody>
      </p:sp>
      <p:pic>
        <p:nvPicPr>
          <p:cNvPr id="4" name="内容占位符 3" descr="Q9_MedMCQA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45455" y="796925"/>
            <a:ext cx="6646545" cy="3738880"/>
          </a:xfrm>
          <a:prstGeom prst="rect">
            <a:avLst/>
          </a:prstGeom>
        </p:spPr>
      </p:pic>
      <p:pic>
        <p:nvPicPr>
          <p:cNvPr id="5" name="图片 4" descr="Q9_MedMCQA_evol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9785"/>
            <a:ext cx="6604635" cy="3716020"/>
          </a:xfrm>
          <a:prstGeom prst="rect">
            <a:avLst/>
          </a:prstGeom>
        </p:spPr>
      </p:pic>
      <p:pic>
        <p:nvPicPr>
          <p:cNvPr id="7" name="图片 6" descr="Q9_MedQ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365" y="3588385"/>
            <a:ext cx="6477635" cy="3644265"/>
          </a:xfrm>
          <a:prstGeom prst="rect">
            <a:avLst/>
          </a:prstGeom>
        </p:spPr>
      </p:pic>
      <p:pic>
        <p:nvPicPr>
          <p:cNvPr id="8" name="图片 7" descr="Q9_MedQA_evolu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88385"/>
            <a:ext cx="6478270" cy="3644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930"/>
            <a:ext cx="10515600" cy="1325563"/>
          </a:xfrm>
        </p:spPr>
        <p:txBody>
          <a:bodyPr/>
          <a:lstStyle/>
          <a:p>
            <a:r>
              <a:t>Q9_medical · PubMedQA / MMLU-Medical</a:t>
            </a:r>
          </a:p>
        </p:txBody>
      </p:sp>
      <p:pic>
        <p:nvPicPr>
          <p:cNvPr id="3" name="Picture 2" descr="Q9_PubMedQA_evol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19785"/>
            <a:ext cx="6604635" cy="3716020"/>
          </a:xfrm>
          <a:prstGeom prst="rect">
            <a:avLst/>
          </a:prstGeom>
        </p:spPr>
      </p:pic>
      <p:pic>
        <p:nvPicPr>
          <p:cNvPr id="4" name="Picture 3" descr="Q9_PubMed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455" y="796925"/>
            <a:ext cx="6646545" cy="3738880"/>
          </a:xfrm>
          <a:prstGeom prst="rect">
            <a:avLst/>
          </a:prstGeom>
        </p:spPr>
      </p:pic>
      <p:pic>
        <p:nvPicPr>
          <p:cNvPr id="5" name="Picture 4" descr="Q9_MMLU-Medical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8385"/>
            <a:ext cx="6478270" cy="3644900"/>
          </a:xfrm>
          <a:prstGeom prst="rect">
            <a:avLst/>
          </a:prstGeom>
        </p:spPr>
      </p:pic>
      <p:pic>
        <p:nvPicPr>
          <p:cNvPr id="6" name="Picture 5" descr="Q9_MMLU-Med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365" y="3588385"/>
            <a:ext cx="6477635" cy="36442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微软雅黑" panose="020B0503020204020204" charset="-122"/>
              </a:rPr>
              <a:t>Q9_medical · 试验方案浓缩版</a:t>
            </a:r>
            <a:endParaRPr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任务定义：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验证 Graph Harness 能否构建面向医学领域的专用 MAS application —— 把医学 row 转成包含检索、临床推理、安全检查、专业审核与最终回答的专用 MAS。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实验目标：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① 医学 row → 领域化 Requirement Model / Blueprint / Executable MAS；② 组织证据检索、病例推理、风险与不确定性检查、人工审核；③ 输出可追溯、结构完整、16:9 图像可读。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数据集（Accuracy）：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MedQA（1,273，USMLE 4 选 1）/ MedMCQA（~4.2K）/ PubMedQA（1,000，yes/no/maybe）/ MMLU-Medical（~1,664）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工作流程：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冻结数据 → 资格检查（row contract）→ smoke / harness 生成 → 输出 figures / runs → 复核节点、箭头与文字位置。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结构要求：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检索与病例推理分离；安全与不确定性检查独立；专业审核门控最终输出；文字不溢出节点。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验证标准：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16:9 图像；节点与边非空；医学控制节点存在；可复现；可追溯至原始 row 与 hash。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930"/>
            <a:ext cx="10515600" cy="1325563"/>
          </a:xfrm>
        </p:spPr>
        <p:txBody>
          <a:bodyPr/>
          <a:lstStyle/>
          <a:p>
            <a:r>
              <a:t>Q10_financial</a:t>
            </a:r>
          </a:p>
        </p:txBody>
      </p:sp>
      <p:pic>
        <p:nvPicPr>
          <p:cNvPr id="3" name="Picture 2" descr="Q10_FinanceBench_evol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19785"/>
            <a:ext cx="6604635" cy="3716020"/>
          </a:xfrm>
          <a:prstGeom prst="rect">
            <a:avLst/>
          </a:prstGeom>
        </p:spPr>
      </p:pic>
      <p:pic>
        <p:nvPicPr>
          <p:cNvPr id="4" name="Picture 3" descr="Q10_FinanceBench_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455" y="796925"/>
            <a:ext cx="6646545" cy="3738880"/>
          </a:xfrm>
          <a:prstGeom prst="rect">
            <a:avLst/>
          </a:prstGeom>
        </p:spPr>
      </p:pic>
      <p:pic>
        <p:nvPicPr>
          <p:cNvPr id="5" name="Picture 4" descr="Q10_FinQA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8385"/>
            <a:ext cx="6478270" cy="3644900"/>
          </a:xfrm>
          <a:prstGeom prst="rect">
            <a:avLst/>
          </a:prstGeom>
        </p:spPr>
      </p:pic>
      <p:pic>
        <p:nvPicPr>
          <p:cNvPr id="6" name="Picture 5" descr="Q10_FinQA_har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365" y="3588385"/>
            <a:ext cx="6477635" cy="3644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微软雅黑" panose="020B0503020204020204" charset="-122"/>
              </a:rPr>
              <a:t>Q10_financial · 试验方案浓缩版</a:t>
            </a:r>
            <a:endParaRPr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任务定义：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验证 Graph Harness 能否面向金融分析构建专用 MAS application，把文件/表格证据、数值分析、风险评估、合规审查、审计链路与最终报告组织到同一张图（仅金融数据）。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实验目标：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① 金融 row → 领域化 Requirement Model / Blueprint / Executable MAS；② 组织 filing/table 证据、量化分析、风险与合规审查、audit trail；③ 可追溯、结构完整、图式一致。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数据集：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FinanceBench（150 HF 样本 / 全量 10,231，SEC 证据与披露约束）/ FinQA（1,147，表格推理与程序化审计）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工作流程：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冻结 manifests / normalized → qualify 检查 → smoke → full 评测 → 渲染 16:9 evolution / harness 图 → 汇总 runs / figures。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结构要求：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filing/table 证据与 risk/disclosure 证据并行；financial analysis 汇合；risk 与 compliance 独立；audit trail 先于 final report；约束门控输出。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验证标准：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Blueprint / Executable MAS 非空且节点边对齐；多分支证据链存在；16:9 图；结果可复现、可追溯、可归档。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930"/>
            <a:ext cx="10515600" cy="1325563"/>
          </a:xfrm>
        </p:spPr>
        <p:txBody>
          <a:bodyPr/>
          <a:lstStyle/>
          <a:p>
            <a:r>
              <a:t>Q11_scientific</a:t>
            </a:r>
          </a:p>
        </p:txBody>
      </p:sp>
      <p:pic>
        <p:nvPicPr>
          <p:cNvPr id="3" name="Picture 2" descr="Q11_HotpotQA_evol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00" y="1500000"/>
            <a:ext cx="3910667" cy="2199750"/>
          </a:xfrm>
          <a:prstGeom prst="rect">
            <a:avLst/>
          </a:prstGeom>
        </p:spPr>
      </p:pic>
      <p:pic>
        <p:nvPicPr>
          <p:cNvPr id="4" name="Picture 3" descr="Q11_HotpotQA_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" y="3869750"/>
            <a:ext cx="3910667" cy="2199750"/>
          </a:xfrm>
          <a:prstGeom prst="rect">
            <a:avLst/>
          </a:prstGeom>
        </p:spPr>
      </p:pic>
      <p:pic>
        <p:nvPicPr>
          <p:cNvPr id="5" name="Picture 4" descr="Q11_MuSiQue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667" y="1500000"/>
            <a:ext cx="3910667" cy="2199750"/>
          </a:xfrm>
          <a:prstGeom prst="rect">
            <a:avLst/>
          </a:prstGeom>
        </p:spPr>
      </p:pic>
      <p:pic>
        <p:nvPicPr>
          <p:cNvPr id="6" name="Picture 5" descr="Q11_MuSiQue_har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667" y="3869750"/>
            <a:ext cx="3910667" cy="2199750"/>
          </a:xfrm>
          <a:prstGeom prst="rect">
            <a:avLst/>
          </a:prstGeom>
        </p:spPr>
      </p:pic>
      <p:pic>
        <p:nvPicPr>
          <p:cNvPr id="7" name="Picture 6" descr="Q11_DROP_evol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1333" y="1500000"/>
            <a:ext cx="3910667" cy="2199750"/>
          </a:xfrm>
          <a:prstGeom prst="rect">
            <a:avLst/>
          </a:prstGeom>
        </p:spPr>
      </p:pic>
      <p:pic>
        <p:nvPicPr>
          <p:cNvPr id="8" name="Picture 7" descr="Q11_DROP_harn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1333" y="3869750"/>
            <a:ext cx="3910667" cy="2199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微软雅黑" panose="020B0503020204020204" charset="-122"/>
              </a:rPr>
              <a:t>Q11_scientific · 试验方案浓缩版</a:t>
            </a:r>
            <a:endParaRPr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任务定义：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验证 Graph Harness 能否构建面向科学研究的专用 MAS application，把检索、推理、模拟与验证等科研能力编排为专用 MAS。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实验目标：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① 科研 row → 领域化 Requirement Model / Blueprint / Executable MAS；② 组织多跳检索、证据链推理、实验/数值验证与结果审查；③ harness 清晰表达能力分工与控制流程。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数据集（F1 / EM）：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HotpotQA（7,405，两跳桥接/比较）/ MuSiQue（25K–27K，跳数可控）/ DROP（9,535 val，数值推理）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工作流程：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冻结数据 → 资格检查 → 生成 harness 记录与 PNG → 输出 figures / runs → 复核检索、推理、验证控制点。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结构要求：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多跳检索与证据合成分离；实验设计与数值验证分工明确；验证节点门控最终结论；保留证据链与结果审查。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验证标准：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16:9 图像；节点与边非空；任务分工清晰；可复现；可追溯至原始 row 与 hash。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4930"/>
            <a:ext cx="10515600" cy="1325563"/>
          </a:xfrm>
        </p:spPr>
        <p:txBody>
          <a:bodyPr/>
          <a:lstStyle/>
          <a:p>
            <a:r>
              <a:t>Q12_legal</a:t>
            </a:r>
          </a:p>
        </p:txBody>
      </p:sp>
      <p:pic>
        <p:nvPicPr>
          <p:cNvPr id="3" name="Picture 2" descr="Q12_CaseHOLD_evol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19785"/>
            <a:ext cx="6604635" cy="3716020"/>
          </a:xfrm>
          <a:prstGeom prst="rect">
            <a:avLst/>
          </a:prstGeom>
        </p:spPr>
      </p:pic>
      <p:pic>
        <p:nvPicPr>
          <p:cNvPr id="4" name="Picture 3" descr="Q12_CaseHOLD_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455" y="796925"/>
            <a:ext cx="6646545" cy="3738880"/>
          </a:xfrm>
          <a:prstGeom prst="rect">
            <a:avLst/>
          </a:prstGeom>
        </p:spPr>
      </p:pic>
      <p:pic>
        <p:nvPicPr>
          <p:cNvPr id="5" name="Picture 4" descr="Q12_LegalBench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8385"/>
            <a:ext cx="6478270" cy="3644900"/>
          </a:xfrm>
          <a:prstGeom prst="rect">
            <a:avLst/>
          </a:prstGeom>
        </p:spPr>
      </p:pic>
      <p:pic>
        <p:nvPicPr>
          <p:cNvPr id="6" name="Picture 5" descr="Q12_LegalBench_har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365" y="3588385"/>
            <a:ext cx="6477635" cy="36442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微软雅黑" panose="020B0503020204020204" charset="-122"/>
              </a:rPr>
              <a:t>Q12_legal · 试验方案浓缩版</a:t>
            </a:r>
            <a:endParaRPr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任务定义：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验证 Graph Harness 能否构建面向法律领域的专用 MAS application，以法律检索、案例分析与合规审查为主。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实验目标：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① 法律 row → 领域化 Requirement Model / Blueprint / Executable MAS；② 组织判例检索、规则解释、证据分析、合规检查与专业审核；③ harness 清楚展示任务链与控制门控。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数据集：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CaseHOLD（~53K，5 选 1 法律引用要旨识别）/ LegalBench（数万，多任务，任务级混合许可）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工作流程：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冻结数据 → 资格检查 → 生成 harness 记录与 PNG → 输出 figures / runs → 复核法律检索、规则解释与合规门控。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结构要求：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判例/法条检索与事实分析分离；规则解释与合规检查独立；专业审核先于最终结论；保留证据链与约束节点。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验证标准：</a:t>
            </a:r>
            <a:r>
              <a: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16:9 图像；节点与边非空；法律控制节点存在；可复现；可追溯至原始 row 与 hash。</a:t>
            </a:r>
            <a:endParaRPr sz="1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2234</Words>
  <Application>WPS 演示</Application>
  <PresentationFormat>宽屏</PresentationFormat>
  <Paragraphs>55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openmas-gapp</vt:lpstr>
      <vt:lpstr>PowerPoint 演示文稿</vt:lpstr>
      <vt:lpstr>Q9_medical</vt:lpstr>
      <vt:lpstr>Q9_medical · PubMedQA / MMLU-Medical</vt:lpstr>
      <vt:lpstr>Q9_medical · 试验方案浓缩版</vt:lpstr>
      <vt:lpstr>Q10_financial</vt:lpstr>
      <vt:lpstr>Q10_financial · 试验方案浓缩版</vt:lpstr>
      <vt:lpstr>Q11_scientific</vt:lpstr>
      <vt:lpstr>Q11_scientific · 试验方案浓缩版</vt:lpstr>
      <vt:lpstr>Q12_legal</vt:lpstr>
      <vt:lpstr>Q12_legal · 试验方案浓缩版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yc M</dc:creator>
  <cp:lastModifiedBy>WPS_1787919579</cp:lastModifiedBy>
  <cp:revision>6</cp:revision>
  <dcterms:created xsi:type="dcterms:W3CDTF">2023-08-09T12:44:00Z</dcterms:created>
  <dcterms:modified xsi:type="dcterms:W3CDTF">2026-09-06T01:30:07Z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2052-12.1.0.28485</vt:lpwstr>
  </property>
  <property fmtid="{D5CDD505-2E9C-101B-9397-08002B2CF9AE}" pid="3" name="ICV">
    <vt:lpwstr>5D28212179FE40F298E2EB6F3D817640_12</vt:lpwstr>
  </property>
</Properties>
</file>